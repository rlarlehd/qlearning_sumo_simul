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retendard Light"/>
      <p:regular r:id="rId13"/>
    </p:embeddedFont>
    <p:embeddedFont>
      <p:font typeface="Pretendard Regular"/>
      <p:regular r:id="rId14"/>
    </p:embeddedFont>
    <p:embeddedFont>
      <p:font typeface="Pretendard Bold"/>
      <p:bold r:id="rId15"/>
    </p:embeddedFont>
    <p:embeddedFont>
      <p:font typeface="Pretendard ExtraBold"/>
      <p:bold r:id="rId16"/>
    </p:embeddedFont>
    <p:embeddedFont>
      <p:font typeface="Pretendard Medium"/>
      <p:bold r:id="rId17"/>
    </p:embeddedFont>
    <p:embeddedFont>
      <p:font typeface="Pretendard SemiBold"/>
      <p:bold r:id="rId18"/>
    </p:embeddedFont>
    <p:embeddedFont>
      <p:font typeface="Pretendard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.fntdata" Type="http://schemas.openxmlformats.org/officeDocument/2006/relationships/font"/><Relationship Id="rId14" Target="fonts/font2.fntdata" Type="http://schemas.openxmlformats.org/officeDocument/2006/relationships/font"/><Relationship Id="rId15" Target="fonts/font3.fntdata" Type="http://schemas.openxmlformats.org/officeDocument/2006/relationships/font"/><Relationship Id="rId16" Target="fonts/font4.fntdata" Type="http://schemas.openxmlformats.org/officeDocument/2006/relationships/font"/><Relationship Id="rId17" Target="fonts/font5.fntdata" Type="http://schemas.openxmlformats.org/officeDocument/2006/relationships/font"/><Relationship Id="rId18" Target="fonts/font6.fntdata" Type="http://schemas.openxmlformats.org/officeDocument/2006/relationships/font"/><Relationship Id="rId19" Target="fonts/font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6273800" y="-774700"/>
            <a:ext cx="11417300" cy="114173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14147800" y="4419600"/>
            <a:ext cx="6045200" cy="25400"/>
          </a:xfrm>
          <a:prstGeom prst="rect">
            <a:avLst/>
          </a:prstGeom>
        </p:spPr>
      </p:pic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4495800"/>
          <a:ext cx="9652000" cy="4813300"/>
        </p:xfrm>
        <a:graphic>
          <a:graphicData uri="http://schemas.openxmlformats.org/drawingml/2006/table">
            <a:tbl>
              <a:tblPr/>
              <a:tblGrid>
                <a:gridCol w="9652000"/>
              </a:tblGrid>
              <a:tr h="12446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46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B"/>
                    </a:solidFill>
                  </a:tcPr>
                </a:tc>
              </a:tr>
              <a:tr h="23114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en-US" sz="1700" b="false" i="false" u="none" strike="noStrike">
                          <a:solidFill>
                            <a:srgbClr val="787878"/>
                          </a:solidFill>
                          <a:latin typeface="S-Core Dream 5 Medium"/>
                        </a:rPr>
                        <a:t/>
                      </a:r>
                      <a:endParaRPr lang="en-US" sz="1100"/>
                    </a:p>
                  </a:txBody>
                  <a:tcPr anchor="ctr" marL="19050" marT="19050" marR="19050" marB="19050">
                    <a:lnL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49" cmpd="sng" algn="ctr" cap="flat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4185900" y="8610600"/>
            <a:ext cx="31750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기타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정보를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입력하세요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179800" y="8166100"/>
            <a:ext cx="11811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Regular"/>
              </a:rPr>
              <a:t>이름입력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79800" y="7708900"/>
            <a:ext cx="11811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Regular"/>
              </a:rPr>
              <a:t>소속입력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417800" y="8166100"/>
            <a:ext cx="9017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Bold"/>
              </a:rPr>
              <a:t>직급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Bold"/>
              </a:rPr>
              <a:t> /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417800" y="7708900"/>
            <a:ext cx="9017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116199"/>
              </a:lnSpc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Bold"/>
              </a:rPr>
              <a:t>소속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Bold"/>
              </a:rPr>
              <a:t> /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2200" y="7150100"/>
            <a:ext cx="9207500" cy="2070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11600" b="false" i="false" u="none" strike="noStrike">
                <a:solidFill>
                  <a:srgbClr val="333333"/>
                </a:solidFill>
                <a:ea typeface="Pretendard ExtraBold"/>
              </a:rPr>
              <a:t>표</a:t>
            </a:r>
            <a:r>
              <a:rPr lang="en-US" sz="11600" b="false" i="false" u="none" strike="noStrike">
                <a:solidFill>
                  <a:srgbClr val="333333"/>
                </a:solidFill>
                <a:latin typeface="Pretendard ExtraBold"/>
              </a:rPr>
              <a:t> </a:t>
            </a:r>
            <a:r>
              <a:rPr lang="ko-KR" sz="11600" b="false" i="false" u="none" strike="noStrike">
                <a:solidFill>
                  <a:srgbClr val="333333"/>
                </a:solidFill>
                <a:ea typeface="Pretendard ExtraBold"/>
              </a:rPr>
              <a:t>형식</a:t>
            </a:r>
            <a:r>
              <a:rPr lang="en-US" sz="11600" b="false" i="false" u="none" strike="noStrike">
                <a:solidFill>
                  <a:srgbClr val="333333"/>
                </a:solidFill>
                <a:latin typeface="Pretendard ExtraBold"/>
              </a:rPr>
              <a:t> </a:t>
            </a:r>
            <a:r>
              <a:rPr lang="ko-KR" sz="11600" b="false" i="false" u="none" strike="noStrike">
                <a:solidFill>
                  <a:srgbClr val="333333"/>
                </a:solidFill>
                <a:ea typeface="Pretendard ExtraBold"/>
              </a:rPr>
              <a:t>보고서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0200" y="4559300"/>
            <a:ext cx="7518400" cy="22860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6950"/>
              </a:lnSpc>
            </a:pPr>
            <a:r>
              <a:rPr lang="ko-KR" sz="5900" b="false" i="false" u="none" strike="noStrike">
                <a:solidFill>
                  <a:srgbClr val="3A4CA8"/>
                </a:solidFill>
                <a:ea typeface="Pretendard Medium"/>
              </a:rPr>
              <a:t>필요한</a:t>
            </a:r>
            <a:r>
              <a:rPr lang="en-US" sz="5900" b="false" i="false" u="none" strike="noStrike">
                <a:solidFill>
                  <a:srgbClr val="3A4CA8"/>
                </a:solidFill>
                <a:latin typeface="Pretendard Medium"/>
              </a:rPr>
              <a:t> </a:t>
            </a:r>
            <a:r>
              <a:rPr lang="ko-KR" sz="5900" b="false" i="false" u="none" strike="noStrike">
                <a:solidFill>
                  <a:srgbClr val="3A4CA8"/>
                </a:solidFill>
                <a:ea typeface="Pretendard Medium"/>
              </a:rPr>
              <a:t>정보만</a:t>
            </a:r>
          </a:p>
          <a:p>
            <a:pPr algn="l" lvl="0">
              <a:lnSpc>
                <a:spcPct val="136950"/>
              </a:lnSpc>
            </a:pPr>
            <a:r>
              <a:rPr lang="ko-KR" sz="5900" b="false" i="false" u="none" strike="noStrike">
                <a:solidFill>
                  <a:srgbClr val="3A4CA8"/>
                </a:solidFill>
                <a:ea typeface="Pretendard Medium"/>
              </a:rPr>
              <a:t>심플하게</a:t>
            </a:r>
            <a:r>
              <a:rPr lang="en-US" sz="5900" b="false" i="false" u="none" strike="noStrike">
                <a:solidFill>
                  <a:srgbClr val="3A4CA8"/>
                </a:solidFill>
                <a:latin typeface="Pretendard Medium"/>
              </a:rPr>
              <a:t> </a:t>
            </a:r>
            <a:r>
              <a:rPr lang="ko-KR" sz="5900" b="false" i="false" u="none" strike="noStrike">
                <a:solidFill>
                  <a:srgbClr val="3A4CA8"/>
                </a:solidFill>
                <a:ea typeface="Pretendard Medium"/>
              </a:rPr>
              <a:t>전달하는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97000" y="927100"/>
            <a:ext cx="32639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1800" b="false" i="false" u="none" strike="noStrike">
                <a:solidFill>
                  <a:srgbClr val="333333"/>
                </a:solidFill>
                <a:latin typeface="Pretendard Light"/>
              </a:rPr>
              <a:t>20XX  BUSINESS PROJECT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97000" y="647700"/>
            <a:ext cx="32639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1800" b="false" i="false" u="none" strike="noStrike">
                <a:solidFill>
                  <a:srgbClr val="3A4CA8"/>
                </a:solidFill>
                <a:latin typeface="Pretendard Regular"/>
              </a:rPr>
              <a:t>MIRI COMPANY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660400"/>
            <a:ext cx="16002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1800" b="false" i="false" u="none" strike="noStrike">
                <a:solidFill>
                  <a:srgbClr val="F2F2F2"/>
                </a:solidFill>
                <a:latin typeface="Pretendard Regular"/>
              </a:rPr>
              <a:t>2099.00.00.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5778500" y="-406400"/>
            <a:ext cx="12522200" cy="11087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093200" y="1625600"/>
            <a:ext cx="1079500" cy="863600"/>
          </a:xfrm>
          <a:prstGeom prst="rect">
            <a:avLst/>
          </a:prstGeom>
          <a:effectLst>
            <a:outerShdw dir="2700000" dist="0" blurRad="12188">
              <a:srgbClr val="333333">
                <a:alpha val="15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414000" y="2095500"/>
            <a:ext cx="41148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414000" y="3454400"/>
            <a:ext cx="41021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414000" y="4813300"/>
            <a:ext cx="41148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414000" y="6159500"/>
            <a:ext cx="41148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414000" y="7518400"/>
            <a:ext cx="41148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414000" y="8864600"/>
            <a:ext cx="41148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093200" y="2971800"/>
            <a:ext cx="1079500" cy="863600"/>
          </a:xfrm>
          <a:prstGeom prst="rect">
            <a:avLst/>
          </a:prstGeom>
          <a:effectLst>
            <a:outerShdw dir="2700000" dist="0" blurRad="12188">
              <a:srgbClr val="333333">
                <a:alpha val="15000"/>
              </a:srgbClr>
            </a:outerShdw>
          </a:effectLst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093200" y="4330700"/>
            <a:ext cx="1079500" cy="863600"/>
          </a:xfrm>
          <a:prstGeom prst="rect">
            <a:avLst/>
          </a:prstGeom>
          <a:effectLst>
            <a:outerShdw dir="2700000" dist="0" blurRad="12188">
              <a:srgbClr val="333333">
                <a:alpha val="15000"/>
              </a:srgbClr>
            </a:outerShdw>
          </a:effectLst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093200" y="5689600"/>
            <a:ext cx="1079500" cy="863600"/>
          </a:xfrm>
          <a:prstGeom prst="rect">
            <a:avLst/>
          </a:prstGeom>
          <a:effectLst>
            <a:outerShdw dir="2700000" dist="0" blurRad="12188">
              <a:srgbClr val="333333">
                <a:alpha val="15000"/>
              </a:srgbClr>
            </a:outerShdw>
          </a:effectLst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093200" y="7035800"/>
            <a:ext cx="1079500" cy="863600"/>
          </a:xfrm>
          <a:prstGeom prst="rect">
            <a:avLst/>
          </a:prstGeom>
          <a:effectLst>
            <a:outerShdw dir="2700000" dist="0" blurRad="12188">
              <a:srgbClr val="333333">
                <a:alpha val="15000"/>
              </a:srgbClr>
            </a:outerShdw>
          </a:effectLst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093200" y="8394700"/>
            <a:ext cx="1079500" cy="863600"/>
          </a:xfrm>
          <a:prstGeom prst="rect">
            <a:avLst/>
          </a:prstGeom>
          <a:effectLst>
            <a:outerShdw dir="2700000" dist="0" blurRad="12188">
              <a:srgbClr val="333333">
                <a:alpha val="15000"/>
              </a:srgbClr>
            </a:outerShdw>
          </a:effectLst>
        </p:spPr>
      </p:pic>
      <p:sp>
        <p:nvSpPr>
          <p:cNvPr name="TextBox 15" id="15"/>
          <p:cNvSpPr txBox="true"/>
          <p:nvPr/>
        </p:nvSpPr>
        <p:spPr>
          <a:xfrm rot="0">
            <a:off x="9131300" y="1651000"/>
            <a:ext cx="10287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4400" b="false" i="false" u="none" strike="noStrike">
                <a:solidFill>
                  <a:srgbClr val="3A4CA8"/>
                </a:solidFill>
                <a:latin typeface="Pretendard ExtraBold"/>
              </a:rPr>
              <a:t>01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31300" y="2997200"/>
            <a:ext cx="10287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4400" b="false" i="false" u="none" strike="noStrike">
                <a:solidFill>
                  <a:srgbClr val="3A4CA8"/>
                </a:solidFill>
                <a:latin typeface="Pretendard Extra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31300" y="4356100"/>
            <a:ext cx="10287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4400" b="false" i="false" u="none" strike="noStrike">
                <a:solidFill>
                  <a:srgbClr val="3A4CA8"/>
                </a:solidFill>
                <a:latin typeface="Pretendard Extra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31300" y="5702300"/>
            <a:ext cx="10287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4400" b="false" i="false" u="none" strike="noStrike">
                <a:solidFill>
                  <a:srgbClr val="3A4CA8"/>
                </a:solidFill>
                <a:latin typeface="Pretendard ExtraBold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31300" y="7061200"/>
            <a:ext cx="10287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4400" b="false" i="false" u="none" strike="noStrike">
                <a:solidFill>
                  <a:srgbClr val="3A4CA8"/>
                </a:solidFill>
                <a:latin typeface="Pretendard ExtraBold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18600" y="8407400"/>
            <a:ext cx="10287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4400" b="false" i="false" u="none" strike="noStrike">
                <a:solidFill>
                  <a:srgbClr val="3A4CA8"/>
                </a:solidFill>
                <a:latin typeface="Pretendard ExtraBold"/>
              </a:rPr>
              <a:t>06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14000" y="1600200"/>
            <a:ext cx="23876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2600" b="false" i="false" u="none" strike="noStrike">
                <a:solidFill>
                  <a:srgbClr val="3A4CA8"/>
                </a:solidFill>
                <a:ea typeface="Pretendard Bold"/>
              </a:rPr>
              <a:t>기본개요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14000" y="2946400"/>
            <a:ext cx="23876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2600" b="false" i="false" u="none" strike="noStrike">
                <a:solidFill>
                  <a:srgbClr val="3A4CA8"/>
                </a:solidFill>
                <a:ea typeface="Pretendard Bold"/>
              </a:rPr>
              <a:t>해당</a:t>
            </a:r>
            <a:r>
              <a:rPr lang="en-US" sz="2600" b="false" i="false" u="none" strike="noStrike">
                <a:solidFill>
                  <a:srgbClr val="3A4CA8"/>
                </a:solidFill>
                <a:latin typeface="Pretendard Bold"/>
              </a:rPr>
              <a:t> </a:t>
            </a:r>
            <a:r>
              <a:rPr lang="ko-KR" sz="2600" b="false" i="false" u="none" strike="noStrike">
                <a:solidFill>
                  <a:srgbClr val="3A4CA8"/>
                </a:solidFill>
                <a:ea typeface="Pretendard Bold"/>
              </a:rPr>
              <a:t>분기</a:t>
            </a:r>
            <a:r>
              <a:rPr lang="en-US" sz="2600" b="false" i="false" u="none" strike="noStrike">
                <a:solidFill>
                  <a:srgbClr val="3A4CA8"/>
                </a:solidFill>
                <a:latin typeface="Pretendard Bold"/>
              </a:rPr>
              <a:t> </a:t>
            </a:r>
            <a:r>
              <a:rPr lang="ko-KR" sz="2600" b="false" i="false" u="none" strike="noStrike">
                <a:solidFill>
                  <a:srgbClr val="3A4CA8"/>
                </a:solidFill>
                <a:ea typeface="Pretendard Bold"/>
              </a:rPr>
              <a:t>성과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14000" y="4305300"/>
            <a:ext cx="23876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2600" b="false" i="false" u="none" strike="noStrike">
                <a:solidFill>
                  <a:srgbClr val="3A4CA8"/>
                </a:solidFill>
                <a:ea typeface="Pretendard Bold"/>
              </a:rPr>
              <a:t>시기별</a:t>
            </a:r>
            <a:r>
              <a:rPr lang="en-US" sz="2600" b="false" i="false" u="none" strike="noStrike">
                <a:solidFill>
                  <a:srgbClr val="3A4CA8"/>
                </a:solidFill>
                <a:latin typeface="Pretendard Bold"/>
              </a:rPr>
              <a:t> </a:t>
            </a:r>
            <a:r>
              <a:rPr lang="ko-KR" sz="2600" b="false" i="false" u="none" strike="noStrike">
                <a:solidFill>
                  <a:srgbClr val="3A4CA8"/>
                </a:solidFill>
                <a:ea typeface="Pretendard Bold"/>
              </a:rPr>
              <a:t>추이</a:t>
            </a:r>
            <a:r>
              <a:rPr lang="en-US" sz="2600" b="false" i="false" u="none" strike="noStrike">
                <a:solidFill>
                  <a:srgbClr val="3A4CA8"/>
                </a:solidFill>
                <a:latin typeface="Pretendard Bold"/>
              </a:rPr>
              <a:t> </a:t>
            </a:r>
            <a:r>
              <a:rPr lang="ko-KR" sz="2600" b="false" i="false" u="none" strike="noStrike">
                <a:solidFill>
                  <a:srgbClr val="3A4CA8"/>
                </a:solidFill>
                <a:ea typeface="Pretendard Bold"/>
              </a:rPr>
              <a:t>변화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14000" y="5651500"/>
            <a:ext cx="23876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2600" b="false" i="false" u="none" strike="noStrike">
                <a:solidFill>
                  <a:srgbClr val="3A4CA8"/>
                </a:solidFill>
                <a:ea typeface="Pretendard Bold"/>
              </a:rPr>
              <a:t>비교</a:t>
            </a:r>
            <a:r>
              <a:rPr lang="en-US" sz="2600" b="false" i="false" u="none" strike="noStrike">
                <a:solidFill>
                  <a:srgbClr val="3A4CA8"/>
                </a:solidFill>
                <a:latin typeface="Pretendard Bold"/>
              </a:rPr>
              <a:t> </a:t>
            </a:r>
            <a:r>
              <a:rPr lang="ko-KR" sz="2600" b="false" i="false" u="none" strike="noStrike">
                <a:solidFill>
                  <a:srgbClr val="3A4CA8"/>
                </a:solidFill>
                <a:ea typeface="Pretendard Bold"/>
              </a:rPr>
              <a:t>분석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14000" y="7010400"/>
            <a:ext cx="23876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2600" b="false" i="false" u="none" strike="noStrike">
                <a:solidFill>
                  <a:srgbClr val="3A4CA8"/>
                </a:solidFill>
                <a:ea typeface="Pretendard Bold"/>
              </a:rPr>
              <a:t>결론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14000" y="8369300"/>
            <a:ext cx="23876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2600" b="false" i="false" u="none" strike="noStrike">
                <a:solidFill>
                  <a:srgbClr val="3A4CA8"/>
                </a:solidFill>
                <a:ea typeface="Pretendard Bold"/>
              </a:rPr>
              <a:t>추후</a:t>
            </a:r>
            <a:r>
              <a:rPr lang="en-US" sz="2600" b="false" i="false" u="none" strike="noStrike">
                <a:solidFill>
                  <a:srgbClr val="3A4CA8"/>
                </a:solidFill>
                <a:latin typeface="Pretendard Bold"/>
              </a:rPr>
              <a:t> </a:t>
            </a:r>
            <a:r>
              <a:rPr lang="ko-KR" sz="2600" b="false" i="false" u="none" strike="noStrike">
                <a:solidFill>
                  <a:srgbClr val="3A4CA8"/>
                </a:solidFill>
                <a:ea typeface="Pretendard Bold"/>
              </a:rPr>
              <a:t>방향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14000" y="2146300"/>
            <a:ext cx="4165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소제목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및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요약을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입력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해주세요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14000" y="3505200"/>
            <a:ext cx="4165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소제목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및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요약을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입력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해주세요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14000" y="4864100"/>
            <a:ext cx="4165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소제목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및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요약을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입력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해주세요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14000" y="6210300"/>
            <a:ext cx="4165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소제목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및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요약을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입력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해주세요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14000" y="7569200"/>
            <a:ext cx="4165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소제목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및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요약을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입력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해주세요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14000" y="8915400"/>
            <a:ext cx="41656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소제목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및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요약을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입력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70798F"/>
                </a:solidFill>
                <a:ea typeface="Pretendard Light"/>
              </a:rPr>
              <a:t>해주세요</a:t>
            </a:r>
            <a:r>
              <a:rPr lang="en-US" sz="2000" b="false" i="false" u="none" strike="noStrike">
                <a:solidFill>
                  <a:srgbClr val="70798F"/>
                </a:solidFill>
                <a:latin typeface="Pretendard Light"/>
              </a:rPr>
              <a:t>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" y="1574800"/>
            <a:ext cx="1663700" cy="1104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6200" b="false" i="false" u="none" strike="noStrike">
                <a:solidFill>
                  <a:srgbClr val="F2F2F2"/>
                </a:solidFill>
                <a:ea typeface="Pretendard ExtraBold"/>
              </a:rPr>
              <a:t>목차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" y="2679700"/>
            <a:ext cx="2832100" cy="533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000" b="false" i="false" u="none" strike="noStrike">
                <a:solidFill>
                  <a:srgbClr val="F2F2F2"/>
                </a:solidFill>
                <a:latin typeface="Pretendard SemiBold"/>
              </a:rPr>
              <a:t>CONTENTS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675100" y="9423400"/>
            <a:ext cx="6858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Pretendard Medium"/>
              </a:rPr>
              <a:t>02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97000" y="647700"/>
            <a:ext cx="32639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1800" b="false" i="false" u="none" strike="noStrike">
                <a:solidFill>
                  <a:srgbClr val="3A4CA8"/>
                </a:solidFill>
                <a:latin typeface="Pretendard Regular"/>
              </a:rPr>
              <a:t>MIRI COMPANY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097000" y="927100"/>
            <a:ext cx="32639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1800" b="false" i="false" u="none" strike="noStrike">
                <a:solidFill>
                  <a:srgbClr val="333333"/>
                </a:solidFill>
                <a:latin typeface="Pretendard Light"/>
              </a:rPr>
              <a:t>2099  BUSINESS PROJECT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937000" y="6731000"/>
            <a:ext cx="10248900" cy="266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057900" y="1993900"/>
            <a:ext cx="6159500" cy="1549400"/>
          </a:xfrm>
          <a:prstGeom prst="rect">
            <a:avLst/>
          </a:prstGeom>
          <a:effectLst>
            <a:outerShdw dir="2700000" dist="0" blurRad="38816">
              <a:srgbClr val="333333">
                <a:alpha val="15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004300" y="3683000"/>
            <a:ext cx="2794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-5400000">
            <a:off x="8801100" y="6172200"/>
            <a:ext cx="698500" cy="889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3835400"/>
            <a:ext cx="5473700" cy="2032000"/>
          </a:xfrm>
          <a:prstGeom prst="rect">
            <a:avLst/>
          </a:prstGeom>
          <a:effectLst>
            <a:outerShdw dir="2700000" dist="0" blurRad="66476">
              <a:srgbClr val="333333">
                <a:alpha val="15000"/>
              </a:srgbClr>
            </a:outerShdw>
          </a:effectLst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768600" y="4597400"/>
            <a:ext cx="34544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9800" y="3835400"/>
            <a:ext cx="1638300" cy="2032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00800" y="3835400"/>
            <a:ext cx="5473700" cy="2032000"/>
          </a:xfrm>
          <a:prstGeom prst="rect">
            <a:avLst/>
          </a:prstGeom>
          <a:effectLst>
            <a:outerShdw dir="2700000" dist="0" blurRad="66476">
              <a:srgbClr val="333333">
                <a:alpha val="15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229600" y="4597400"/>
            <a:ext cx="34544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400800" y="3835400"/>
            <a:ext cx="1638300" cy="2032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74500" y="3835400"/>
            <a:ext cx="5473700" cy="2032000"/>
          </a:xfrm>
          <a:prstGeom prst="rect">
            <a:avLst/>
          </a:prstGeom>
          <a:effectLst>
            <a:outerShdw dir="2700000" dist="0" blurRad="66476">
              <a:srgbClr val="333333">
                <a:alpha val="15000"/>
              </a:srgbClr>
            </a:outerShdw>
          </a:effectLst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690600" y="4597400"/>
            <a:ext cx="34544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874500" y="3835400"/>
            <a:ext cx="1638300" cy="2032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736600" y="1435100"/>
            <a:ext cx="16814800" cy="254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8140700" y="2286000"/>
            <a:ext cx="19939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2600" b="false" i="false" u="none" strike="noStrike">
                <a:solidFill>
                  <a:srgbClr val="333333"/>
                </a:solidFill>
                <a:ea typeface="Pretendard Bold"/>
              </a:rPr>
              <a:t>분석</a:t>
            </a:r>
            <a:r>
              <a:rPr lang="en-US" sz="2600" b="false" i="false" u="none" strike="noStrike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sz="2600" b="false" i="false" u="none" strike="noStrike">
                <a:solidFill>
                  <a:srgbClr val="333333"/>
                </a:solidFill>
                <a:ea typeface="Pretendard Bold"/>
              </a:rPr>
              <a:t>대상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97600" y="2832100"/>
            <a:ext cx="58928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이곳에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상세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내용을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입력해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주세요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68600" y="4013200"/>
            <a:ext cx="1993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2400" b="false" i="false" u="none" strike="noStrike">
                <a:solidFill>
                  <a:srgbClr val="333333"/>
                </a:solidFill>
                <a:ea typeface="Pretendard SemiBold"/>
              </a:rPr>
              <a:t>분석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SemiBold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SemiBold"/>
              </a:rPr>
              <a:t>배경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29600" y="4013200"/>
            <a:ext cx="1993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2400" b="false" i="false" u="none" strike="noStrike">
                <a:solidFill>
                  <a:srgbClr val="333333"/>
                </a:solidFill>
                <a:ea typeface="Pretendard SemiBold"/>
              </a:rPr>
              <a:t>분석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SemiBold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SemiBold"/>
              </a:rPr>
              <a:t>목적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690600" y="4013200"/>
            <a:ext cx="1993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2400" b="false" i="false" u="none" strike="noStrike">
                <a:solidFill>
                  <a:srgbClr val="333333"/>
                </a:solidFill>
                <a:ea typeface="Pretendard SemiBold"/>
              </a:rPr>
              <a:t>분석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SemiBold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SemiBold"/>
              </a:rPr>
              <a:t>방법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68600" y="4876800"/>
            <a:ext cx="3505200" cy="685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이곳에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상세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내용을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입력해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주세요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.</a:t>
            </a:r>
          </a:p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이곳에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상세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내용을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입력해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주세요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29600" y="4876800"/>
            <a:ext cx="3505200" cy="685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이곳에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상세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내용을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입력해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주세요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.</a:t>
            </a:r>
          </a:p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이곳에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상세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내용을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입력해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주세요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90600" y="4876800"/>
            <a:ext cx="3505200" cy="685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이곳에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상세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내용을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입력해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주세요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.</a:t>
            </a:r>
          </a:p>
          <a:p>
            <a:pPr algn="l" lvl="0">
              <a:lnSpc>
                <a:spcPct val="107899"/>
              </a:lnSpc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이곳에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상세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내용을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입력해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주세요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70500" y="7747000"/>
            <a:ext cx="7632700" cy="1219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이곳에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보고서에서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다룰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주요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내용을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간략히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요약해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주세요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. </a:t>
            </a:r>
          </a:p>
          <a:p>
            <a:pPr algn="ctr" lvl="0">
              <a:lnSpc>
                <a:spcPct val="107899"/>
              </a:lnSpc>
            </a:pP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가장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눈여겨보아야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할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수치를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제시해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주장을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강조해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주세요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. </a:t>
            </a:r>
          </a:p>
          <a:p>
            <a:pPr algn="ctr" lvl="0">
              <a:lnSpc>
                <a:spcPct val="107899"/>
              </a:lnSpc>
            </a:pP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분석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내용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요약과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함께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추후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개선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방향을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입력해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 </a:t>
            </a:r>
            <a:r>
              <a:rPr lang="ko-KR" sz="2400" b="false" i="false" u="none" strike="noStrike">
                <a:solidFill>
                  <a:srgbClr val="F2F2F2"/>
                </a:solidFill>
                <a:ea typeface="Pretendard Light"/>
              </a:rPr>
              <a:t>보세요</a:t>
            </a:r>
            <a:r>
              <a:rPr lang="en-US" sz="2400" b="false" i="false" u="none" strike="noStrike">
                <a:solidFill>
                  <a:srgbClr val="F2F2F2"/>
                </a:solidFill>
                <a:latin typeface="Pretendard Light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40700" y="7099300"/>
            <a:ext cx="19939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2600" b="true" i="false" u="none" strike="noStrike">
                <a:solidFill>
                  <a:srgbClr val="F2F2F2"/>
                </a:solidFill>
                <a:ea typeface="Pretendard SemiBold"/>
              </a:rPr>
              <a:t>주요</a:t>
            </a:r>
            <a:r>
              <a:rPr lang="en-US" sz="2600" b="true" i="false" u="none" strike="noStrike">
                <a:solidFill>
                  <a:srgbClr val="F2F2F2"/>
                </a:solidFill>
                <a:latin typeface="Pretendard SemiBold"/>
              </a:rPr>
              <a:t> </a:t>
            </a:r>
            <a:r>
              <a:rPr lang="ko-KR" sz="2600" b="true" i="false" u="none" strike="noStrike">
                <a:solidFill>
                  <a:srgbClr val="F2F2F2"/>
                </a:solidFill>
                <a:ea typeface="Pretendard SemiBold"/>
              </a:rPr>
              <a:t>내용</a:t>
            </a:r>
            <a:r>
              <a:rPr lang="en-US" sz="2600" b="true" i="false" u="none" strike="noStrike">
                <a:solidFill>
                  <a:srgbClr val="F2F2F2"/>
                </a:solidFill>
                <a:latin typeface="Pretendard SemiBold"/>
              </a:rPr>
              <a:t> </a:t>
            </a:r>
            <a:r>
              <a:rPr lang="ko-KR" sz="2600" b="true" i="false" u="none" strike="noStrike">
                <a:solidFill>
                  <a:srgbClr val="F2F2F2"/>
                </a:solidFill>
                <a:ea typeface="Pretendard SemiBold"/>
              </a:rPr>
              <a:t>요약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6675100" y="9423400"/>
            <a:ext cx="6858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Pretendard Medium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097000" y="647700"/>
            <a:ext cx="32639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1800" b="false" i="false" u="none" strike="noStrike">
                <a:solidFill>
                  <a:srgbClr val="3A4CA8"/>
                </a:solidFill>
                <a:latin typeface="Pretendard Regular"/>
              </a:rPr>
              <a:t>MIRI COMPANY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97000" y="927100"/>
            <a:ext cx="32639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1800" b="false" i="false" u="none" strike="noStrike">
                <a:solidFill>
                  <a:srgbClr val="333333"/>
                </a:solidFill>
                <a:latin typeface="Pretendard Light"/>
              </a:rPr>
              <a:t>2099  BUSINESS PROJECT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778000" y="533400"/>
            <a:ext cx="22479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4400" b="false" i="false" u="none" strike="noStrike">
                <a:solidFill>
                  <a:srgbClr val="333333"/>
                </a:solidFill>
                <a:ea typeface="Pretendard ExtraBold"/>
              </a:rPr>
              <a:t>기본</a:t>
            </a:r>
            <a:r>
              <a:rPr lang="en-US" sz="4400" b="false" i="false" u="none" strike="noStrike">
                <a:solidFill>
                  <a:srgbClr val="333333"/>
                </a:solidFill>
                <a:latin typeface="Pretendard ExtraBold"/>
              </a:rPr>
              <a:t> </a:t>
            </a:r>
            <a:r>
              <a:rPr lang="ko-KR" sz="4400" b="false" i="false" u="none" strike="noStrike">
                <a:solidFill>
                  <a:srgbClr val="333333"/>
                </a:solidFill>
                <a:ea typeface="Pretendard ExtraBold"/>
              </a:rPr>
              <a:t>개요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508000"/>
            <a:ext cx="863600" cy="812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4600" b="false" i="false" u="none" strike="noStrike">
                <a:solidFill>
                  <a:srgbClr val="3A4CA8"/>
                </a:solidFill>
                <a:latin typeface="Pretendard 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9067800" y="5981700"/>
            <a:ext cx="8280400" cy="2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042400" y="3175000"/>
            <a:ext cx="4165600" cy="2349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042400" y="6464300"/>
            <a:ext cx="4165600" cy="2349500"/>
          </a:xfrm>
          <a:prstGeom prst="rect">
            <a:avLst/>
          </a:prstGeom>
        </p:spPr>
      </p:pic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3175000"/>
          <a:ext cx="7315200" cy="5626100"/>
        </p:xfrm>
        <a:graphic>
          <a:graphicData uri="http://schemas.openxmlformats.org/drawingml/2006/table">
            <a:tbl>
              <a:tblPr/>
              <a:tblGrid>
                <a:gridCol w="1778000"/>
                <a:gridCol w="5537200"/>
              </a:tblGrid>
              <a:tr h="5842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ko-KR" sz="2200" b="false" i="false" u="none" strike="noStrike">
                          <a:solidFill>
                            <a:srgbClr val="FFFFFF"/>
                          </a:solidFill>
                          <a:ea typeface="Pretendard Bold"/>
                        </a:rPr>
                        <a:t>사업</a:t>
                      </a:r>
                      <a:r>
                        <a:rPr lang="en-US" sz="2200" b="false" i="false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2200" b="false" i="false" u="none" strike="noStrike">
                          <a:solidFill>
                            <a:srgbClr val="FFFFFF"/>
                          </a:solidFill>
                          <a:ea typeface="Pretendard Bold"/>
                        </a:rPr>
                        <a:t>항목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ko-KR" sz="2200" b="false" i="false" u="none" strike="noStrike">
                          <a:solidFill>
                            <a:srgbClr val="FFFFFF"/>
                          </a:solidFill>
                          <a:ea typeface="Pretendard Bold"/>
                        </a:rPr>
                        <a:t>상세</a:t>
                      </a:r>
                      <a:r>
                        <a:rPr lang="en-US" sz="2200" b="false" i="false" u="none" strike="noStrike">
                          <a:solidFill>
                            <a:srgbClr val="FFFFFF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2200" b="false" i="false" u="none" strike="noStrike">
                          <a:solidFill>
                            <a:srgbClr val="FFFFFF"/>
                          </a:solidFill>
                          <a:ea typeface="Pretendard Bold"/>
                        </a:rPr>
                        <a:t>내용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</a:tr>
              <a:tr h="12573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ko-KR" sz="2200" b="false" i="false" u="none" strike="noStrike">
                          <a:solidFill>
                            <a:srgbClr val="3A4CA8"/>
                          </a:solidFill>
                          <a:ea typeface="Pretendard Medium"/>
                        </a:rPr>
                        <a:t>사업명</a:t>
                      </a:r>
                      <a:r>
                        <a:rPr lang="en-US" sz="2200" b="false" i="false" u="none" strike="noStrike">
                          <a:solidFill>
                            <a:srgbClr val="3A4CA8"/>
                          </a:solidFill>
                          <a:latin typeface="Pretendard Medium"/>
                        </a:rPr>
                        <a:t>1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이곳에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사업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성과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및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내용을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입력하세요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.</a:t>
                      </a:r>
                      <a:endParaRPr lang="en-US" sz="1100"/>
                    </a:p>
                    <a:p>
                      <a:pPr algn="ctr" lvl="0">
                        <a:lnSpc>
                          <a:spcPct val="107899"/>
                        </a:lnSpc>
                      </a:pP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이곳에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사업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성과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및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내용을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입력하세요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.</a:t>
                      </a:r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0" b="false" i="false" u="none" strike="noStrike">
                          <a:solidFill>
                            <a:srgbClr val="3A4CA8"/>
                          </a:solidFill>
                          <a:ea typeface="Pretendard Medium"/>
                        </a:rPr>
                        <a:t>사업명</a:t>
                      </a:r>
                      <a:r>
                        <a:rPr lang="en-US" sz="2200" b="false" i="false" u="none" strike="noStrike">
                          <a:solidFill>
                            <a:srgbClr val="3A4CA8"/>
                          </a:solidFill>
                          <a:latin typeface="Pretendard Medium"/>
                        </a:rPr>
                        <a:t>2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이곳에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사업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성과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및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내용을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입력하세요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.</a:t>
                      </a:r>
                      <a:endParaRPr lang="en-US" sz="1100"/>
                    </a:p>
                    <a:p>
                      <a:pPr algn="ctr" lvl="0">
                        <a:lnSpc>
                          <a:spcPct val="107899"/>
                        </a:lnSpc>
                      </a:pP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이곳에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사업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성과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및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내용을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입력하세요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.</a:t>
                      </a:r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0" b="false" i="false" u="none" strike="noStrike">
                          <a:solidFill>
                            <a:srgbClr val="3A4CA8"/>
                          </a:solidFill>
                          <a:ea typeface="Pretendard Medium"/>
                        </a:rPr>
                        <a:t>사업명</a:t>
                      </a:r>
                      <a:r>
                        <a:rPr lang="en-US" sz="2200" b="false" i="false" u="none" strike="noStrike">
                          <a:solidFill>
                            <a:srgbClr val="3A4CA8"/>
                          </a:solidFill>
                          <a:latin typeface="Pretendard Medium"/>
                        </a:rPr>
                        <a:t>3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이곳에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사업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성과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및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내용을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입력하세요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.</a:t>
                      </a:r>
                      <a:endParaRPr lang="en-US" sz="1100"/>
                    </a:p>
                    <a:p>
                      <a:pPr algn="ctr" lvl="0">
                        <a:lnSpc>
                          <a:spcPct val="107899"/>
                        </a:lnSpc>
                      </a:pP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이곳에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사업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성과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및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내용을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입력하세요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.</a:t>
                      </a:r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573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91714"/>
                        </a:lnSpc>
                        <a:defRPr/>
                      </a:pPr>
                      <a:r>
                        <a:rPr lang="ko-KR" sz="2200" b="false" i="false" u="none" strike="noStrike">
                          <a:solidFill>
                            <a:srgbClr val="3A4CA8"/>
                          </a:solidFill>
                          <a:ea typeface="Pretendard Medium"/>
                        </a:rPr>
                        <a:t>사업명</a:t>
                      </a:r>
                      <a:r>
                        <a:rPr lang="en-US" sz="2200" b="false" i="false" u="none" strike="noStrike">
                          <a:solidFill>
                            <a:srgbClr val="3A4CA8"/>
                          </a:solidFill>
                          <a:latin typeface="Pretendard Medium"/>
                        </a:rPr>
                        <a:t>4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이곳에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사업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성과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및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내용을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입력하세요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.</a:t>
                      </a:r>
                      <a:endParaRPr lang="en-US" sz="1100"/>
                    </a:p>
                    <a:p>
                      <a:pPr algn="ctr" lvl="0">
                        <a:lnSpc>
                          <a:spcPct val="107899"/>
                        </a:lnSpc>
                      </a:pP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이곳에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사업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성과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및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내용을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 </a:t>
                      </a:r>
                      <a:r>
                        <a:rPr lang="ko-KR" sz="2000" b="false" i="false" u="none" strike="noStrike">
                          <a:solidFill>
                            <a:srgbClr val="333333"/>
                          </a:solidFill>
                          <a:ea typeface="Pretendard Light"/>
                        </a:rPr>
                        <a:t>입력하세요</a:t>
                      </a:r>
                      <a:r>
                        <a:rPr lang="en-US" sz="2000" b="false" i="false" u="none" strike="noStrike">
                          <a:solidFill>
                            <a:srgbClr val="333333"/>
                          </a:solidFill>
                          <a:latin typeface="Pretendard Light"/>
                        </a:rPr>
                        <a:t>.</a:t>
                      </a:r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36600" y="1435100"/>
            <a:ext cx="16814800" cy="25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3512800" y="6553200"/>
            <a:ext cx="3873500" cy="2133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just" lvl="0" indent="-342900" marL="342900">
              <a:lnSpc>
                <a:spcPct val="1161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성과가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미친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긍정적인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영향을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설명하세요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. </a:t>
            </a:r>
          </a:p>
          <a:p>
            <a:pPr algn="just" lvl="0" indent="-342900" marL="342900">
              <a:lnSpc>
                <a:spcPct val="1161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표에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포함된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데이터를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기반으로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설명하세요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. </a:t>
            </a:r>
          </a:p>
          <a:p>
            <a:pPr algn="just" lvl="0" indent="-342900" marL="342900">
              <a:lnSpc>
                <a:spcPct val="1161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해당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성과가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목표에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어떻게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기여했는지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설명해보세요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512800" y="3276600"/>
            <a:ext cx="3683000" cy="2133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just" lvl="0" indent="-342900" marL="342900">
              <a:lnSpc>
                <a:spcPct val="1161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성과의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원인을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분석하고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효과적이었던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전략을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설명하세요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. </a:t>
            </a:r>
          </a:p>
          <a:p>
            <a:pPr algn="just" lvl="0" indent="-342900" marL="342900">
              <a:lnSpc>
                <a:spcPct val="1161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표에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포함된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데이터를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기반으로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설명하세요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. </a:t>
            </a:r>
          </a:p>
          <a:p>
            <a:pPr algn="just" lvl="0" indent="-342900" marL="342900">
              <a:lnSpc>
                <a:spcPct val="1161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숫자나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비율을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활용하여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신뢰성을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Regular"/>
              </a:rPr>
              <a:t>높여보세요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Regular"/>
              </a:rPr>
              <a:t>.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2387600"/>
            <a:ext cx="28702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600" b="false" i="false" u="none" strike="noStrike">
                <a:solidFill>
                  <a:srgbClr val="3A4CA8"/>
                </a:solidFill>
                <a:latin typeface="Pretendard Bold"/>
              </a:rPr>
              <a:t>20XX</a:t>
            </a:r>
            <a:r>
              <a:rPr lang="ko-KR" sz="2600" b="false" i="false" u="none" strike="noStrike">
                <a:solidFill>
                  <a:srgbClr val="3A4CA8"/>
                </a:solidFill>
                <a:ea typeface="Pretendard Bold"/>
              </a:rPr>
              <a:t>년</a:t>
            </a:r>
            <a:r>
              <a:rPr lang="en-US" sz="2600" b="false" i="false" u="none" strike="noStrike">
                <a:solidFill>
                  <a:srgbClr val="3A4CA8"/>
                </a:solidFill>
                <a:latin typeface="Pretendard Bold"/>
              </a:rPr>
              <a:t> </a:t>
            </a:r>
            <a:r>
              <a:rPr lang="ko-KR" sz="2600" b="false" i="false" u="none" strike="noStrike">
                <a:solidFill>
                  <a:srgbClr val="3A4CA8"/>
                </a:solidFill>
                <a:ea typeface="Pretendard Bold"/>
              </a:rPr>
              <a:t>사업별</a:t>
            </a:r>
            <a:r>
              <a:rPr lang="en-US" sz="2600" b="false" i="false" u="none" strike="noStrike">
                <a:solidFill>
                  <a:srgbClr val="3A4CA8"/>
                </a:solidFill>
                <a:latin typeface="Pretendard Bold"/>
              </a:rPr>
              <a:t> </a:t>
            </a:r>
            <a:r>
              <a:rPr lang="ko-KR" sz="2600" b="false" i="false" u="none" strike="noStrike">
                <a:solidFill>
                  <a:srgbClr val="3A4CA8"/>
                </a:solidFill>
                <a:ea typeface="Pretendard Bold"/>
              </a:rPr>
              <a:t>성과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97000" y="647700"/>
            <a:ext cx="32639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1800" b="false" i="false" u="none" strike="noStrike">
                <a:solidFill>
                  <a:srgbClr val="3A4CA8"/>
                </a:solidFill>
                <a:latin typeface="Pretendard Regular"/>
              </a:rPr>
              <a:t>MIRI COMPANY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97000" y="927100"/>
            <a:ext cx="32639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1800" b="false" i="false" u="none" strike="noStrike">
                <a:solidFill>
                  <a:srgbClr val="333333"/>
                </a:solidFill>
                <a:latin typeface="Pretendard Light"/>
              </a:rPr>
              <a:t>2099  BUSINESS 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75100" y="9423400"/>
            <a:ext cx="6858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Pretendard Medium"/>
              </a:rPr>
              <a:t>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78000" y="533400"/>
            <a:ext cx="45339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4400" b="false" i="false" u="none" strike="noStrike">
                <a:solidFill>
                  <a:srgbClr val="333333"/>
                </a:solidFill>
                <a:ea typeface="Pretendard ExtraBold"/>
              </a:rPr>
              <a:t>해당</a:t>
            </a:r>
            <a:r>
              <a:rPr lang="en-US" sz="4400" b="false" i="false" u="none" strike="noStrike">
                <a:solidFill>
                  <a:srgbClr val="333333"/>
                </a:solidFill>
                <a:latin typeface="Pretendard ExtraBold"/>
              </a:rPr>
              <a:t> </a:t>
            </a:r>
            <a:r>
              <a:rPr lang="ko-KR" sz="4400" b="false" i="false" u="none" strike="noStrike">
                <a:solidFill>
                  <a:srgbClr val="333333"/>
                </a:solidFill>
                <a:ea typeface="Pretendard ExtraBold"/>
              </a:rPr>
              <a:t>연도</a:t>
            </a:r>
            <a:r>
              <a:rPr lang="en-US" sz="4400" b="false" i="false" u="none" strike="noStrike">
                <a:solidFill>
                  <a:srgbClr val="333333"/>
                </a:solidFill>
                <a:latin typeface="Pretendard ExtraBold"/>
              </a:rPr>
              <a:t> </a:t>
            </a:r>
            <a:r>
              <a:rPr lang="ko-KR" sz="4400" b="false" i="false" u="none" strike="noStrike">
                <a:solidFill>
                  <a:srgbClr val="333333"/>
                </a:solidFill>
                <a:ea typeface="Pretendard ExtraBold"/>
              </a:rPr>
              <a:t>성과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508000"/>
            <a:ext cx="863600" cy="812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4600" b="false" i="false" u="none" strike="noStrike">
                <a:solidFill>
                  <a:srgbClr val="3A4CA8"/>
                </a:solidFill>
                <a:latin typeface="Pretendard Bold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42400" y="2387600"/>
            <a:ext cx="13335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2600" b="false" i="false" u="none" strike="noStrike">
                <a:solidFill>
                  <a:srgbClr val="3A4CA8"/>
                </a:solidFill>
                <a:ea typeface="Pretendard Bold"/>
              </a:rPr>
              <a:t>성과</a:t>
            </a:r>
            <a:r>
              <a:rPr lang="en-US" sz="2600" b="false" i="false" u="none" strike="noStrike">
                <a:solidFill>
                  <a:srgbClr val="3A4CA8"/>
                </a:solidFill>
                <a:latin typeface="Pretendard Bold"/>
              </a:rPr>
              <a:t> </a:t>
            </a:r>
            <a:r>
              <a:rPr lang="ko-KR" sz="2600" b="false" i="false" u="none" strike="noStrike">
                <a:solidFill>
                  <a:srgbClr val="3A4CA8"/>
                </a:solidFill>
                <a:ea typeface="Pretendard Bold"/>
              </a:rPr>
              <a:t>요약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514600" y="4559300"/>
            <a:ext cx="13258800" cy="45212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565400" y="2552700"/>
            <a:ext cx="13157200" cy="1828800"/>
          </a:xfrm>
          <a:prstGeom prst="rect">
            <a:avLst/>
          </a:prstGeom>
          <a:effectLst>
            <a:outerShdw dir="2700000" dist="0" blurRad="54085">
              <a:srgbClr val="333333">
                <a:alpha val="15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759700" y="2247900"/>
            <a:ext cx="2768600" cy="596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736600" y="1435100"/>
            <a:ext cx="168148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940300" y="3149600"/>
            <a:ext cx="8394700" cy="749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07899"/>
              </a:lnSpc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이곳에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아래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표에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관한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간단한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설명을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입력하세요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.</a:t>
            </a:r>
          </a:p>
          <a:p>
            <a:pPr algn="ctr" lvl="0">
              <a:lnSpc>
                <a:spcPct val="107899"/>
              </a:lnSpc>
            </a:pP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추가로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설명해야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하는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내용이나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수치가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있다면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요약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문장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아래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200" b="false" i="false" u="none" strike="noStrike">
                <a:solidFill>
                  <a:srgbClr val="333333"/>
                </a:solidFill>
                <a:ea typeface="Pretendard Light"/>
              </a:rPr>
              <a:t>적어주세요</a:t>
            </a:r>
            <a:r>
              <a:rPr lang="en-US" sz="2200" b="false" i="false" u="none" strike="noStrike">
                <a:solidFill>
                  <a:srgbClr val="333333"/>
                </a:solidFill>
                <a:latin typeface="Pretendard Light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14500" y="4470400"/>
            <a:ext cx="13081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1800" b="false" i="false" u="none" strike="noStrike">
                <a:solidFill>
                  <a:srgbClr val="70798F"/>
                </a:solidFill>
                <a:latin typeface="Pretendard Regular"/>
              </a:rPr>
              <a:t>(</a:t>
            </a:r>
            <a:r>
              <a:rPr lang="ko-KR" sz="1800" b="false" i="false" u="none" strike="noStrike">
                <a:solidFill>
                  <a:srgbClr val="70798F"/>
                </a:solidFill>
                <a:ea typeface="Pretendard Regular"/>
              </a:rPr>
              <a:t>단위</a:t>
            </a:r>
            <a:r>
              <a:rPr lang="en-US" sz="1800" b="false" i="false" u="none" strike="noStrike">
                <a:solidFill>
                  <a:srgbClr val="70798F"/>
                </a:solidFill>
                <a:latin typeface="Pretendard Regular"/>
              </a:rPr>
              <a:t>: </a:t>
            </a:r>
            <a:r>
              <a:rPr lang="ko-KR" sz="1800" b="false" i="false" u="none" strike="noStrike">
                <a:solidFill>
                  <a:srgbClr val="70798F"/>
                </a:solidFill>
                <a:ea typeface="Pretendard Regular"/>
              </a:rPr>
              <a:t>만</a:t>
            </a:r>
            <a:r>
              <a:rPr lang="en-US" sz="1800" b="false" i="false" u="none" strike="noStrike">
                <a:solidFill>
                  <a:srgbClr val="70798F"/>
                </a:solidFill>
                <a:latin typeface="Pretendard Regular"/>
              </a:rPr>
              <a:t> </a:t>
            </a:r>
            <a:r>
              <a:rPr lang="ko-KR" sz="1800" b="false" i="false" u="none" strike="noStrike">
                <a:solidFill>
                  <a:srgbClr val="70798F"/>
                </a:solidFill>
                <a:ea typeface="Pretendard Regular"/>
              </a:rPr>
              <a:t>원</a:t>
            </a:r>
            <a:r>
              <a:rPr lang="en-US" sz="1800" b="false" i="false" u="none" strike="noStrike">
                <a:solidFill>
                  <a:srgbClr val="70798F"/>
                </a:solidFill>
                <a:latin typeface="Pretendard Regular"/>
              </a:rPr>
              <a:t>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66100" y="2298700"/>
            <a:ext cx="19431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F2F2F2"/>
                </a:solidFill>
                <a:ea typeface="Pretendard Bold"/>
              </a:rPr>
              <a:t>표</a:t>
            </a:r>
            <a:r>
              <a:rPr lang="en-US" sz="2800" b="false" i="false" u="none" strike="noStrike">
                <a:solidFill>
                  <a:srgbClr val="F2F2F2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F2F2F2"/>
                </a:solidFill>
                <a:ea typeface="Pretendard Bold"/>
              </a:rPr>
              <a:t>내용</a:t>
            </a:r>
            <a:r>
              <a:rPr lang="en-US" sz="2800" b="false" i="false" u="none" strike="noStrike">
                <a:solidFill>
                  <a:srgbClr val="F2F2F2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F2F2F2"/>
                </a:solidFill>
                <a:ea typeface="Pretendard Bold"/>
              </a:rPr>
              <a:t>요약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675100" y="9423400"/>
            <a:ext cx="6858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Pretendard Medium"/>
              </a:rPr>
              <a:t>05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097000" y="647700"/>
            <a:ext cx="32639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1800" b="false" i="false" u="none" strike="noStrike">
                <a:solidFill>
                  <a:srgbClr val="3A4CA8"/>
                </a:solidFill>
                <a:latin typeface="Pretendard Regular"/>
              </a:rPr>
              <a:t>MIRI COMPANY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97000" y="927100"/>
            <a:ext cx="32639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1800" b="false" i="false" u="none" strike="noStrike">
                <a:solidFill>
                  <a:srgbClr val="333333"/>
                </a:solidFill>
                <a:latin typeface="Pretendard Light"/>
              </a:rPr>
              <a:t>2099  BUSINESS 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8000" y="533400"/>
            <a:ext cx="45339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4400" b="false" i="false" u="none" strike="noStrike">
                <a:solidFill>
                  <a:srgbClr val="333333"/>
                </a:solidFill>
                <a:ea typeface="Pretendard ExtraBold"/>
              </a:rPr>
              <a:t>시기별</a:t>
            </a:r>
            <a:r>
              <a:rPr lang="en-US" sz="4400" b="false" i="false" u="none" strike="noStrike">
                <a:solidFill>
                  <a:srgbClr val="333333"/>
                </a:solidFill>
                <a:latin typeface="Pretendard ExtraBold"/>
              </a:rPr>
              <a:t> </a:t>
            </a:r>
            <a:r>
              <a:rPr lang="ko-KR" sz="4400" b="false" i="false" u="none" strike="noStrike">
                <a:solidFill>
                  <a:srgbClr val="333333"/>
                </a:solidFill>
                <a:ea typeface="Pretendard ExtraBold"/>
              </a:rPr>
              <a:t>추이</a:t>
            </a:r>
            <a:r>
              <a:rPr lang="en-US" sz="4400" b="false" i="false" u="none" strike="noStrike">
                <a:solidFill>
                  <a:srgbClr val="333333"/>
                </a:solidFill>
                <a:latin typeface="Pretendard ExtraBold"/>
              </a:rPr>
              <a:t> </a:t>
            </a:r>
            <a:r>
              <a:rPr lang="ko-KR" sz="4400" b="false" i="false" u="none" strike="noStrike">
                <a:solidFill>
                  <a:srgbClr val="333333"/>
                </a:solidFill>
                <a:ea typeface="Pretendard ExtraBold"/>
              </a:rPr>
              <a:t>변화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508000"/>
            <a:ext cx="939800" cy="812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4600" b="false" i="false" u="none" strike="noStrike">
                <a:solidFill>
                  <a:srgbClr val="3A4CA8"/>
                </a:solidFill>
                <a:latin typeface="Pretendard Bold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251700" y="2095500"/>
            <a:ext cx="3797300" cy="596900"/>
          </a:xfrm>
          <a:prstGeom prst="rect">
            <a:avLst/>
          </a:prstGeom>
        </p:spPr>
      </p:pic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2628900" y="3073400"/>
          <a:ext cx="13017500" cy="5676900"/>
        </p:xfrm>
        <a:graphic>
          <a:graphicData uri="http://schemas.openxmlformats.org/drawingml/2006/table">
            <a:tbl>
              <a:tblPr/>
              <a:tblGrid>
                <a:gridCol w="5143500"/>
                <a:gridCol w="2667000"/>
                <a:gridCol w="5219700"/>
              </a:tblGrid>
              <a:tr h="7747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3A4CA8"/>
                          </a:solidFill>
                          <a:latin typeface="Pretendard Bold"/>
                        </a:rPr>
                        <a:t>A</a:t>
                      </a:r>
                      <a:r>
                        <a:rPr lang="ko-KR" sz="2400" b="false" i="false" u="none" strike="noStrike">
                          <a:solidFill>
                            <a:srgbClr val="3A4CA8"/>
                          </a:solidFill>
                          <a:ea typeface="Pretendard Bold"/>
                        </a:rPr>
                        <a:t>서비스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ko-KR" sz="2400" b="false" i="false" u="none" strike="noStrike">
                          <a:solidFill>
                            <a:srgbClr val="F2F2F2"/>
                          </a:solidFill>
                          <a:ea typeface="Pretendard Bold"/>
                        </a:rPr>
                        <a:t>기준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en-US" sz="2400" b="false" i="false" u="none" strike="noStrike">
                          <a:solidFill>
                            <a:srgbClr val="3A4CA8"/>
                          </a:solidFill>
                          <a:latin typeface="Pretendard Bold"/>
                        </a:rPr>
                        <a:t>B</a:t>
                      </a:r>
                      <a:r>
                        <a:rPr lang="ko-KR" sz="2400" b="false" i="false" u="none" strike="noStrike">
                          <a:solidFill>
                            <a:srgbClr val="3A4CA8"/>
                          </a:solidFill>
                          <a:ea typeface="Pretendard Bold"/>
                        </a:rPr>
                        <a:t>서비스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F0"/>
                    </a:solidFill>
                  </a:tcPr>
                </a:tc>
              </a:tr>
              <a:tr h="12319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기능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1, </a:t>
                      </a: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기능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2, </a:t>
                      </a: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기능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3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ko-KR" sz="2400" b="false" i="false" u="none" strike="noStrike">
                          <a:solidFill>
                            <a:srgbClr val="F2F2F2"/>
                          </a:solidFill>
                          <a:ea typeface="Pretendard Bold"/>
                        </a:rPr>
                        <a:t>주요</a:t>
                      </a:r>
                      <a:r>
                        <a:rPr lang="en-US" sz="2400" b="false" i="false" u="none" strike="noStrike">
                          <a:solidFill>
                            <a:srgbClr val="F2F2F2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2400" b="false" i="false" u="none" strike="noStrike">
                          <a:solidFill>
                            <a:srgbClr val="F2F2F2"/>
                          </a:solidFill>
                          <a:ea typeface="Pretendard Bold"/>
                        </a:rPr>
                        <a:t>기능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기능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1, </a:t>
                      </a: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기능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2, </a:t>
                      </a: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기능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3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월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평균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 100</a:t>
                      </a: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만명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ko-KR" sz="2400" b="false" i="false" u="none" strike="noStrike">
                          <a:solidFill>
                            <a:srgbClr val="F2F2F2"/>
                          </a:solidFill>
                          <a:ea typeface="Pretendard Bold"/>
                        </a:rPr>
                        <a:t>사용자</a:t>
                      </a:r>
                      <a:r>
                        <a:rPr lang="en-US" sz="2400" b="false" i="false" u="none" strike="noStrike">
                          <a:solidFill>
                            <a:srgbClr val="F2F2F2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2400" b="false" i="false" u="none" strike="noStrike">
                          <a:solidFill>
                            <a:srgbClr val="F2F2F2"/>
                          </a:solidFill>
                          <a:ea typeface="Pretendard Bold"/>
                        </a:rPr>
                        <a:t>수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월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평균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 80</a:t>
                      </a: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만명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웹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모바일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데스크탑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ko-KR" sz="2400" b="false" i="false" u="none" strike="noStrike">
                          <a:solidFill>
                            <a:srgbClr val="F2F2F2"/>
                          </a:solidFill>
                          <a:ea typeface="Pretendard Bold"/>
                        </a:rPr>
                        <a:t>지원</a:t>
                      </a:r>
                      <a:r>
                        <a:rPr lang="en-US" sz="2400" b="false" i="false" u="none" strike="noStrike">
                          <a:solidFill>
                            <a:srgbClr val="F2F2F2"/>
                          </a:solidFill>
                          <a:latin typeface="Pretendard Bold"/>
                        </a:rPr>
                        <a:t> </a:t>
                      </a:r>
                      <a:r>
                        <a:rPr lang="ko-KR" sz="2400" b="false" i="false" u="none" strike="noStrike">
                          <a:solidFill>
                            <a:srgbClr val="F2F2F2"/>
                          </a:solidFill>
                          <a:ea typeface="Pretendard Bold"/>
                        </a:rPr>
                        <a:t>형식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웹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, </a:t>
                      </a: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모바일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31900"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리뷰를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입력하세요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.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리뷰를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입력하세요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.</a:t>
                      </a:r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07899"/>
                        </a:lnSpc>
                        <a:defRPr/>
                      </a:pPr>
                      <a:r>
                        <a:rPr lang="ko-KR" sz="2400" b="false" i="false" u="none" strike="noStrike">
                          <a:solidFill>
                            <a:srgbClr val="F2F2F2"/>
                          </a:solidFill>
                          <a:ea typeface="Pretendard Bold"/>
                        </a:rPr>
                        <a:t>리뷰</a:t>
                      </a:r>
                      <a:endParaRPr lang="en-US" sz="1100"/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CA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lvl="0">
                        <a:lnSpc>
                          <a:spcPct val="116199"/>
                        </a:lnSpc>
                        <a:defRPr/>
                      </a:pP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리뷰를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입력하세요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.</a:t>
                      </a:r>
                      <a:endParaRPr lang="en-US" sz="1100"/>
                    </a:p>
                    <a:p>
                      <a:pPr algn="ctr" lvl="0">
                        <a:lnSpc>
                          <a:spcPct val="116199"/>
                        </a:lnSpc>
                      </a:pP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리뷰를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 </a:t>
                      </a:r>
                      <a:r>
                        <a:rPr lang="ko-KR" sz="2200" b="false" i="false" u="none" strike="noStrike">
                          <a:solidFill>
                            <a:srgbClr val="333333"/>
                          </a:solidFill>
                          <a:ea typeface="Pretendard Regular"/>
                        </a:rPr>
                        <a:t>입력하세요</a:t>
                      </a:r>
                      <a:r>
                        <a:rPr lang="en-US" sz="2200" b="false" i="false" u="none" strike="noStrike">
                          <a:solidFill>
                            <a:srgbClr val="333333"/>
                          </a:solidFill>
                          <a:latin typeface="Pretendard Regular"/>
                        </a:rPr>
                        <a:t>.</a:t>
                      </a:r>
                    </a:p>
                  </a:txBody>
                  <a:tcPr anchor="ctr" marL="19050" marT="19050" marR="19050" marB="19050">
                    <a:lnL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3" cmpd="sng" algn="ctr" cap="flat">
                      <a:solidFill>
                        <a:srgbClr val="F2F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736600" y="1435100"/>
            <a:ext cx="168148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7670800" y="2133600"/>
            <a:ext cx="29464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800" b="false" i="false" u="none" strike="noStrike">
                <a:solidFill>
                  <a:srgbClr val="F2F2F2"/>
                </a:solidFill>
                <a:ea typeface="Pretendard Bold"/>
              </a:rPr>
              <a:t>서비스</a:t>
            </a:r>
            <a:r>
              <a:rPr lang="en-US" sz="2800" b="false" i="false" u="none" strike="noStrike">
                <a:solidFill>
                  <a:srgbClr val="F2F2F2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F2F2F2"/>
                </a:solidFill>
                <a:ea typeface="Pretendard Bold"/>
              </a:rPr>
              <a:t>비교</a:t>
            </a:r>
            <a:r>
              <a:rPr lang="en-US" sz="2800" b="false" i="false" u="none" strike="noStrike">
                <a:solidFill>
                  <a:srgbClr val="F2F2F2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F2F2F2"/>
                </a:solidFill>
                <a:ea typeface="Pretendard Bold"/>
              </a:rPr>
              <a:t>분석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97000" y="647700"/>
            <a:ext cx="32639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1800" b="false" i="false" u="none" strike="noStrike">
                <a:solidFill>
                  <a:srgbClr val="3A4CA8"/>
                </a:solidFill>
                <a:latin typeface="Pretendard Regular"/>
              </a:rPr>
              <a:t>MIRI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97000" y="927100"/>
            <a:ext cx="32639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1800" b="false" i="false" u="none" strike="noStrike">
                <a:solidFill>
                  <a:srgbClr val="333333"/>
                </a:solidFill>
                <a:latin typeface="Pretendard Light"/>
              </a:rPr>
              <a:t>2099  BUSINESS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75100" y="9423400"/>
            <a:ext cx="6858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Pretendard Medium"/>
              </a:rPr>
              <a:t>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8000" y="533400"/>
            <a:ext cx="45339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4400" b="false" i="false" u="none" strike="noStrike">
                <a:solidFill>
                  <a:srgbClr val="333333"/>
                </a:solidFill>
                <a:ea typeface="Pretendard ExtraBold"/>
              </a:rPr>
              <a:t>비교</a:t>
            </a:r>
            <a:r>
              <a:rPr lang="en-US" sz="4400" b="false" i="false" u="none" strike="noStrike">
                <a:solidFill>
                  <a:srgbClr val="333333"/>
                </a:solidFill>
                <a:latin typeface="Pretendard ExtraBold"/>
              </a:rPr>
              <a:t> </a:t>
            </a:r>
            <a:r>
              <a:rPr lang="ko-KR" sz="4400" b="false" i="false" u="none" strike="noStrike">
                <a:solidFill>
                  <a:srgbClr val="333333"/>
                </a:solidFill>
                <a:ea typeface="Pretendard ExtraBold"/>
              </a:rPr>
              <a:t>분석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508000"/>
            <a:ext cx="939800" cy="812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4600" b="false" i="false" u="none" strike="noStrike">
                <a:solidFill>
                  <a:srgbClr val="3A4CA8"/>
                </a:solidFill>
                <a:latin typeface="Pretendard Bold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788900" y="3632200"/>
            <a:ext cx="4572000" cy="4178300"/>
          </a:xfrm>
          <a:prstGeom prst="rect">
            <a:avLst/>
          </a:prstGeom>
          <a:effectLst>
            <a:outerShdw dir="2700000" dist="0" blurRad="283238">
              <a:srgbClr val="333333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843000" y="3378200"/>
            <a:ext cx="2463800" cy="533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-10800000">
            <a:off x="11849100" y="5676900"/>
            <a:ext cx="787400" cy="88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14400" y="3632200"/>
            <a:ext cx="3657600" cy="4178300"/>
          </a:xfrm>
          <a:prstGeom prst="rect">
            <a:avLst/>
          </a:prstGeom>
          <a:effectLst>
            <a:outerShdw dir="2700000" dist="0" blurRad="216275">
              <a:srgbClr val="333333">
                <a:alpha val="15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44600" y="4457700"/>
            <a:ext cx="30099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191500" y="3632200"/>
            <a:ext cx="3657600" cy="4178300"/>
          </a:xfrm>
          <a:prstGeom prst="rect">
            <a:avLst/>
          </a:prstGeom>
          <a:effectLst>
            <a:outerShdw dir="2700000" dist="0" blurRad="216275">
              <a:srgbClr val="333333">
                <a:alpha val="15000"/>
              </a:srgbClr>
            </a:outerShdw>
          </a:effectLst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09000" y="4457700"/>
            <a:ext cx="30099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59300" y="3632200"/>
            <a:ext cx="3657600" cy="4178300"/>
          </a:xfrm>
          <a:prstGeom prst="rect">
            <a:avLst/>
          </a:prstGeom>
          <a:effectLst>
            <a:outerShdw dir="2700000" dist="0" blurRad="216275">
              <a:srgbClr val="333333">
                <a:alpha val="15000"/>
              </a:srgbClr>
            </a:outerShdw>
          </a:effectLst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76800" y="4457700"/>
            <a:ext cx="30099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10800000">
            <a:off x="736600" y="1435100"/>
            <a:ext cx="16814800" cy="254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752600" y="3873500"/>
            <a:ext cx="1993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2400" b="false" i="false" u="none" strike="noStrike">
                <a:solidFill>
                  <a:srgbClr val="333333"/>
                </a:solidFill>
                <a:ea typeface="Pretendard SemiBold"/>
              </a:rPr>
              <a:t>결론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SemiBold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SemiBold"/>
              </a:rPr>
              <a:t>키워드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Semi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17000" y="3873500"/>
            <a:ext cx="1993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2400" b="false" i="false" u="none" strike="noStrike">
                <a:solidFill>
                  <a:srgbClr val="333333"/>
                </a:solidFill>
                <a:ea typeface="Pretendard SemiBold"/>
              </a:rPr>
              <a:t>결론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SemiBold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SemiBold"/>
              </a:rPr>
              <a:t>키워드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SemiBold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84800" y="3873500"/>
            <a:ext cx="19939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2400" b="false" i="false" u="none" strike="noStrike">
                <a:solidFill>
                  <a:srgbClr val="333333"/>
                </a:solidFill>
                <a:ea typeface="Pretendard SemiBold"/>
              </a:rPr>
              <a:t>결론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SemiBold"/>
              </a:rPr>
              <a:t> </a:t>
            </a:r>
            <a:r>
              <a:rPr lang="ko-KR" sz="2400" b="false" i="false" u="none" strike="noStrike">
                <a:solidFill>
                  <a:srgbClr val="333333"/>
                </a:solidFill>
                <a:ea typeface="Pretendard SemiBold"/>
              </a:rPr>
              <a:t>키워드</a:t>
            </a:r>
            <a:r>
              <a:rPr lang="en-US" sz="2400" b="false" i="false" u="none" strike="noStrike">
                <a:solidFill>
                  <a:srgbClr val="333333"/>
                </a:solidFill>
                <a:latin typeface="Pretendard Semi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9200" y="4940300"/>
            <a:ext cx="3060700" cy="2260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just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이곳에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해당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항목의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상세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내용을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입력해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주세요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. </a:t>
            </a:r>
          </a:p>
          <a:p>
            <a:pPr algn="just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결론의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내용을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보완할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부연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설명을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입력해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주세요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. </a:t>
            </a:r>
          </a:p>
          <a:p>
            <a:pPr algn="just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이곳에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결론의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핵심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키워드를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간단하게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소개해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주세요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83600" y="4940300"/>
            <a:ext cx="3060700" cy="2260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just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이곳에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해당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항목의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상세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내용을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입력해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주세요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. </a:t>
            </a:r>
          </a:p>
          <a:p>
            <a:pPr algn="just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결론의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내용을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보완할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부연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설명을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입력해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주세요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. </a:t>
            </a:r>
          </a:p>
          <a:p>
            <a:pPr algn="just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이곳에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결론의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핵심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키워드를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간단하게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소개해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주세요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51400" y="4940300"/>
            <a:ext cx="3060700" cy="2260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just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이곳에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해당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항목의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상세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내용을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입력해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주세요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. </a:t>
            </a:r>
          </a:p>
          <a:p>
            <a:pPr algn="just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결론의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내용을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보완할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부연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설명을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입력해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주세요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. </a:t>
            </a:r>
          </a:p>
          <a:p>
            <a:pPr algn="just" lvl="0" indent="-342900" marL="342900">
              <a:lnSpc>
                <a:spcPct val="124499"/>
              </a:lnSpc>
              <a:buClr>
                <a:srgbClr val="333333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이곳에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결론의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핵심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키워드를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간단하게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소개해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 </a:t>
            </a:r>
            <a:r>
              <a:rPr lang="ko-KR" sz="2000" b="false" i="false" u="none" strike="noStrike">
                <a:solidFill>
                  <a:srgbClr val="333333"/>
                </a:solidFill>
                <a:ea typeface="Pretendard Light"/>
              </a:rPr>
              <a:t>주세요</a:t>
            </a:r>
            <a:r>
              <a:rPr lang="en-US" sz="2000" b="false" i="false" u="none" strike="noStrike">
                <a:solidFill>
                  <a:srgbClr val="333333"/>
                </a:solidFill>
                <a:latin typeface="Pretendard Light"/>
              </a:rPr>
              <a:t>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66700" y="4800600"/>
            <a:ext cx="4216400" cy="184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just" lvl="0" indent="-342900" marL="342900">
              <a:lnSpc>
                <a:spcPct val="107899"/>
              </a:lnSpc>
              <a:buClr>
                <a:srgbClr val="FFFFFF"/>
              </a:buClr>
              <a:buFont typeface="Arial"/>
              <a:buChar char="●"/>
            </a:pPr>
            <a:r>
              <a:rPr lang="ko-KR" sz="2200" b="false" i="false" u="none" strike="noStrike">
                <a:solidFill>
                  <a:srgbClr val="FFFFFF"/>
                </a:solidFill>
                <a:ea typeface="Pretendard Regular"/>
              </a:rPr>
              <a:t>이곳에</a:t>
            </a:r>
            <a:r>
              <a:rPr lang="en-US" sz="2200" b="false" i="false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Pretendard Regular"/>
              </a:rPr>
              <a:t>분석에</a:t>
            </a:r>
            <a:r>
              <a:rPr lang="en-US" sz="2200" b="false" i="false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Pretendard Regular"/>
              </a:rPr>
              <a:t>기반한</a:t>
            </a:r>
            <a:r>
              <a:rPr lang="en-US" sz="2200" b="false" i="false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Pretendard Regular"/>
              </a:rPr>
              <a:t>결론을</a:t>
            </a:r>
            <a:r>
              <a:rPr lang="en-US" sz="2200" b="false" i="false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Pretendard Regular"/>
              </a:rPr>
              <a:t>요약해</a:t>
            </a:r>
            <a:r>
              <a:rPr lang="en-US" sz="2200" b="false" i="false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Pretendard Regular"/>
              </a:rPr>
              <a:t>보세요</a:t>
            </a:r>
            <a:r>
              <a:rPr lang="en-US" sz="2200" b="false" i="false" u="none" strike="noStrike">
                <a:solidFill>
                  <a:srgbClr val="FFFFFF"/>
                </a:solidFill>
                <a:latin typeface="Pretendard Regular"/>
              </a:rPr>
              <a:t>. </a:t>
            </a:r>
          </a:p>
          <a:p>
            <a:pPr algn="just" lvl="0">
              <a:lnSpc>
                <a:spcPct val="107899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Regular"/>
              </a:rPr>
              <a:t/>
            </a:r>
          </a:p>
          <a:p>
            <a:pPr algn="just" lvl="0" indent="-342900" marL="342900">
              <a:lnSpc>
                <a:spcPct val="107899"/>
              </a:lnSpc>
              <a:buClr>
                <a:srgbClr val="FFFFFF"/>
              </a:buClr>
              <a:buFont typeface="Arial"/>
              <a:buChar char="●"/>
            </a:pPr>
            <a:r>
              <a:rPr lang="ko-KR" sz="2200" b="false" i="false" u="none" strike="noStrike">
                <a:solidFill>
                  <a:srgbClr val="FFFFFF"/>
                </a:solidFill>
                <a:ea typeface="Pretendard Regular"/>
              </a:rPr>
              <a:t>결론에</a:t>
            </a:r>
            <a:r>
              <a:rPr lang="en-US" sz="2200" b="false" i="false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Pretendard Regular"/>
              </a:rPr>
              <a:t>부합하는</a:t>
            </a:r>
            <a:r>
              <a:rPr lang="en-US" sz="2200" b="false" i="false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Pretendard Regular"/>
              </a:rPr>
              <a:t>세부</a:t>
            </a:r>
            <a:r>
              <a:rPr lang="en-US" sz="2200" b="false" i="false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Pretendard Regular"/>
              </a:rPr>
              <a:t>내용은</a:t>
            </a:r>
            <a:r>
              <a:rPr lang="en-US" sz="2200" b="false" i="false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Pretendard Regular"/>
              </a:rPr>
              <a:t>윗</a:t>
            </a:r>
            <a:r>
              <a:rPr lang="en-US" sz="2200" b="false" i="false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Pretendard Regular"/>
              </a:rPr>
              <a:t>항목에서</a:t>
            </a:r>
            <a:r>
              <a:rPr lang="en-US" sz="2200" b="false" i="false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Pretendard Regular"/>
              </a:rPr>
              <a:t>정리할</a:t>
            </a:r>
            <a:r>
              <a:rPr lang="en-US" sz="2200" b="false" i="false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Pretendard Regular"/>
              </a:rPr>
              <a:t>수</a:t>
            </a:r>
            <a:r>
              <a:rPr lang="en-US" sz="2200" b="false" i="false" u="none" strike="noStrike">
                <a:solidFill>
                  <a:srgbClr val="FFFFFF"/>
                </a:solidFill>
                <a:latin typeface="Pretendard Regular"/>
              </a:rPr>
              <a:t> </a:t>
            </a:r>
            <a:r>
              <a:rPr lang="ko-KR" sz="2200" b="false" i="false" u="none" strike="noStrike">
                <a:solidFill>
                  <a:srgbClr val="FFFFFF"/>
                </a:solidFill>
                <a:ea typeface="Pretendard Regular"/>
              </a:rPr>
              <a:t>있어요</a:t>
            </a:r>
            <a:r>
              <a:rPr lang="en-US" sz="2200" b="false" i="false" u="none" strike="noStrike">
                <a:solidFill>
                  <a:srgbClr val="FFFFFF"/>
                </a:solidFill>
                <a:latin typeface="Pretendard Regular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11300" y="3416300"/>
            <a:ext cx="17272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500" b="false" i="false" u="none" strike="noStrike">
                <a:solidFill>
                  <a:srgbClr val="3A4CA8"/>
                </a:solidFill>
                <a:ea typeface="Pretendard Bold"/>
              </a:rPr>
              <a:t>최종</a:t>
            </a:r>
            <a:r>
              <a:rPr lang="en-US" sz="2500" b="false" i="false" u="none" strike="noStrike">
                <a:solidFill>
                  <a:srgbClr val="3A4CA8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3A4CA8"/>
                </a:solidFill>
                <a:ea typeface="Pretendard Bold"/>
              </a:rPr>
              <a:t>결론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097000" y="647700"/>
            <a:ext cx="32639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1800" b="false" i="false" u="none" strike="noStrike">
                <a:solidFill>
                  <a:srgbClr val="3A4CA8"/>
                </a:solidFill>
                <a:latin typeface="Pretendard Regular"/>
              </a:rPr>
              <a:t>MIRI COMPANY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97000" y="927100"/>
            <a:ext cx="3263900" cy="317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1800" b="false" i="false" u="none" strike="noStrike">
                <a:solidFill>
                  <a:srgbClr val="333333"/>
                </a:solidFill>
                <a:latin typeface="Pretendard Light"/>
              </a:rPr>
              <a:t>2099  BUSINESS PROJECT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675100" y="9423400"/>
            <a:ext cx="6858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32800"/>
              </a:lnSpc>
            </a:pPr>
            <a:r>
              <a:rPr lang="en-US" sz="2000" b="false" i="false" u="none" strike="noStrike">
                <a:solidFill>
                  <a:srgbClr val="C2C2C2"/>
                </a:solidFill>
                <a:latin typeface="Pretendard Medium"/>
              </a:rPr>
              <a:t>07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78000" y="533400"/>
            <a:ext cx="4533900" cy="787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ko-KR" sz="4400" b="false" i="false" u="none" strike="noStrike">
                <a:solidFill>
                  <a:srgbClr val="333333"/>
                </a:solidFill>
                <a:ea typeface="Pretendard ExtraBold"/>
              </a:rPr>
              <a:t>결론</a:t>
            </a:r>
            <a:r>
              <a:rPr lang="en-US" sz="4400" b="false" i="false" u="none" strike="noStrike">
                <a:solidFill>
                  <a:srgbClr val="333333"/>
                </a:solidFill>
                <a:latin typeface="Pretendard ExtraBold"/>
              </a:rPr>
              <a:t> </a:t>
            </a:r>
            <a:r>
              <a:rPr lang="ko-KR" sz="4400" b="false" i="false" u="none" strike="noStrike">
                <a:solidFill>
                  <a:srgbClr val="333333"/>
                </a:solidFill>
                <a:ea typeface="Pretendard ExtraBold"/>
              </a:rPr>
              <a:t>요약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508000"/>
            <a:ext cx="939800" cy="812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4600" b="false" i="false" u="none" strike="noStrike">
                <a:solidFill>
                  <a:srgbClr val="3A4CA8"/>
                </a:solidFill>
                <a:latin typeface="Pretendard Bold"/>
              </a:rP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